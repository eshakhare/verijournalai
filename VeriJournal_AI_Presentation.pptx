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eriJournalAI Log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870" y="1280160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2926080"/>
            <a:ext cx="8534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0F172A"/>
                </a:solidFill>
              </a:defRPr>
            </a:pPr>
            <a:r>
              <a:t>VeriJournal AI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2563EB"/>
                </a:solidFill>
              </a:defRPr>
            </a:pPr>
            <a:r>
              <a:t>Personal Truth &amp; Fact-Checking Journal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0D9488"/>
                </a:solidFill>
              </a:defRPr>
            </a:pPr>
            <a:r>
              <a:t>Author: Esha Khare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40080"/>
            <a:ext cx="29260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11D48"/>
                </a:solidFill>
              </a:defRPr>
            </a:pPr>
            <a:r>
              <a:t>THE REAL WORLD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4846320" cy="4846320"/>
          </a:xfrm>
          <a:prstGeom prst="roundRect">
            <a:avLst/>
          </a:prstGeom>
          <a:solidFill>
            <a:srgbClr val="E11D48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Viral Fake News</a:t>
            </a:r>
          </a:p>
          <a:p>
            <a:pPr>
              <a:spcBef>
                <a:spcPts val="1800"/>
              </a:spcBef>
              <a:defRPr sz="2000">
                <a:solidFill>
                  <a:srgbClr val="FEE2E2"/>
                </a:solidFill>
              </a:defRPr>
            </a:pPr>
            <a:r>
              <a:t>Rumors and deepfakes travel 6x faster than real news, spreading panic in minutes.</a:t>
            </a:r>
          </a:p>
          <a:p>
            <a:pPr>
              <a:spcBef>
                <a:spcPts val="2000"/>
              </a:spcBef>
              <a:defRPr sz="1600">
                <a:solidFill>
                  <a:srgbClr val="FFFFFF"/>
                </a:solidFill>
              </a:defRPr>
            </a:pPr>
            <a:r>
              <a:t>Fact-checkers take days to respond, leaving everyday people confused and misled.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0292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237744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11D48"/>
                </a:solidFill>
              </a:defRPr>
            </a:pPr>
            <a:r>
              <a:t>🎬 [PLAY VIDEO HERE]</a:t>
            </a:r>
          </a:p>
          <a:p>
            <a:pPr algn="ctr">
              <a:spcBef>
                <a:spcPts val="1600"/>
              </a:spcBef>
              <a:defRPr sz="1600">
                <a:solidFill>
                  <a:srgbClr val="475569"/>
                </a:solidFill>
              </a:defRPr>
            </a:pPr>
            <a:r>
              <a:t>Insert your merged AI problem video here:</a:t>
            </a:r>
            <a:br/>
            <a:br/>
            <a:r>
              <a:t>1. Family phone alert panic</a:t>
            </a:r>
            <a:br/>
            <a:r>
              <a:t>2. Empty supermarket shelves</a:t>
            </a:r>
            <a:br/>
            <a:r>
              <a:t>3. Researcher tab burnout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822960"/>
            <a:ext cx="8534095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eriJournalAI Log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110" y="1280160"/>
            <a:ext cx="2194560" cy="2194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3749039"/>
            <a:ext cx="76196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</a:defRPr>
            </a:pPr>
            <a:r>
              <a:t>Meet VeriJournal AI</a:t>
            </a:r>
          </a:p>
          <a:p>
            <a:pPr algn="ctr">
              <a:spcBef>
                <a:spcPts val="1000"/>
              </a:spcBef>
              <a:defRPr sz="2000">
                <a:solidFill>
                  <a:srgbClr val="2563EB"/>
                </a:solidFill>
              </a:defRPr>
            </a:pPr>
            <a:r>
              <a:t>A smart, private journal that verifies news and builds critical thinking.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731520"/>
            <a:ext cx="16459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FEATURE 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57200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103120"/>
            <a:ext cx="816833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Smart Chat Journal</a:t>
            </a:r>
          </a:p>
          <a:p>
            <a:pPr>
              <a:spcBef>
                <a:spcPts val="1600"/>
              </a:spcBef>
              <a:defRPr sz="2200">
                <a:solidFill>
                  <a:srgbClr val="E0F2FE"/>
                </a:solidFill>
              </a:defRPr>
            </a:pPr>
            <a:r>
              <a:t>Chat directly with Gemini AI to ask questions about your news and get honest answers.</a:t>
            </a:r>
          </a:p>
          <a:p>
            <a:pPr>
              <a:spcBef>
                <a:spcPts val="2000"/>
              </a:spcBef>
              <a:defRPr sz="1800">
                <a:solidFill>
                  <a:srgbClr val="FFFFFF"/>
                </a:solidFill>
              </a:defRPr>
            </a:pPr>
            <a:r>
              <a:t>Every answer is tied to real facts — with zero made-up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731520"/>
            <a:ext cx="16459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FEATURE 02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572000"/>
          </a:xfrm>
          <a:prstGeom prst="roundRect">
            <a:avLst/>
          </a:prstGeom>
          <a:solidFill>
            <a:srgbClr val="7C3AE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103120"/>
            <a:ext cx="816833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Private &amp; Secure</a:t>
            </a:r>
          </a:p>
          <a:p>
            <a:pPr>
              <a:spcBef>
                <a:spcPts val="1600"/>
              </a:spcBef>
              <a:defRPr sz="2200">
                <a:solidFill>
                  <a:srgbClr val="F3E8FF"/>
                </a:solidFill>
              </a:defRPr>
            </a:pPr>
            <a:r>
              <a:t>Your personal investigations and notes stay 100% private and protected.</a:t>
            </a:r>
          </a:p>
          <a:p>
            <a:pPr>
              <a:spcBef>
                <a:spcPts val="2000"/>
              </a:spcBef>
              <a:defRPr sz="1800">
                <a:solidFill>
                  <a:srgbClr val="FFFFFF"/>
                </a:solidFill>
              </a:defRPr>
            </a:pPr>
            <a:r>
              <a:t>Built with bank-grade security: no leaked passwords, no tracking, and no selling your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731520"/>
            <a:ext cx="16459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FEATURE 03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5720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103120"/>
            <a:ext cx="816833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Real Search Proof</a:t>
            </a:r>
          </a:p>
          <a:p>
            <a:pPr>
              <a:spcBef>
                <a:spcPts val="1600"/>
              </a:spcBef>
              <a:defRPr sz="2200">
                <a:solidFill>
                  <a:srgbClr val="CCFBF1"/>
                </a:solidFill>
              </a:defRPr>
            </a:pPr>
            <a:r>
              <a:t>Searches the live web and official databases to prove if a claim is true or false.</a:t>
            </a:r>
          </a:p>
          <a:p>
            <a:pPr>
              <a:spcBef>
                <a:spcPts val="2000"/>
              </a:spcBef>
              <a:defRPr sz="1800">
                <a:solidFill>
                  <a:srgbClr val="FFFFFF"/>
                </a:solidFill>
              </a:defRPr>
            </a:pPr>
            <a:r>
              <a:t>Shows clear word-for-word quotes from trusted journalists instead of confusing percentages.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731520"/>
            <a:ext cx="16459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A580C"/>
                </a:solidFill>
              </a:defRPr>
            </a:pPr>
            <a:r>
              <a:t>FEATURE 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572000"/>
          </a:xfrm>
          <a:prstGeom prst="roundRect">
            <a:avLst/>
          </a:prstGeom>
          <a:solidFill>
            <a:srgbClr val="EA580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103120"/>
            <a:ext cx="816833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Story Timeline</a:t>
            </a:r>
          </a:p>
          <a:p>
            <a:pPr>
              <a:spcBef>
                <a:spcPts val="1600"/>
              </a:spcBef>
              <a:defRPr sz="2200">
                <a:solidFill>
                  <a:srgbClr val="FEEDD5"/>
                </a:solidFill>
              </a:defRPr>
            </a:pPr>
            <a:r>
              <a:t>Tracks when a story began and catches old photos being reused as breaking news.</a:t>
            </a:r>
          </a:p>
          <a:p>
            <a:pPr>
              <a:spcBef>
                <a:spcPts val="2000"/>
              </a:spcBef>
              <a:defRPr sz="1800">
                <a:solidFill>
                  <a:srgbClr val="FFFFFF"/>
                </a:solidFill>
              </a:defRPr>
            </a:pPr>
            <a:r>
              <a:t>Unmasks recycled crisis images by uncovering the exact date they first appeared online.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40080"/>
            <a:ext cx="29260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LIVE DEMO &amp;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4846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</a:defRPr>
            </a:pPr>
            <a:r>
              <a:t>🎥 [LIVE DEMO VIDEO]</a:t>
            </a:r>
          </a:p>
          <a:p>
            <a:pPr algn="ctr">
              <a:spcBef>
                <a:spcPts val="1600"/>
              </a:spcBef>
              <a:defRPr sz="1600">
                <a:solidFill>
                  <a:srgbClr val="475569"/>
                </a:solidFill>
              </a:defRPr>
            </a:pPr>
            <a:r>
              <a:t>Insert your screen recording here:</a:t>
            </a:r>
            <a:br/>
            <a:br/>
            <a:r>
              <a:t>• Paste a link or photo</a:t>
            </a:r>
            <a:br/>
            <a:r>
              <a:t>• Watch the fast safety check</a:t>
            </a:r>
            <a:br/>
            <a:r>
              <a:t>• Inspect proof quotes and photos</a:t>
            </a:r>
            <a:br/>
            <a:r>
              <a:t>• Adjust your belief slider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0292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Scope</a:t>
            </a:r>
          </a:p>
          <a:p>
            <a:pPr>
              <a:spcBef>
                <a:spcPts val="1400"/>
              </a:spcBef>
              <a:defRPr sz="1800" b="1">
                <a:solidFill>
                  <a:srgbClr val="38BDF8"/>
                </a:solidFill>
              </a:defRPr>
            </a:pPr>
            <a:r>
              <a:t>1. Browser Extension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Check any tweet or article with one click.</a:t>
            </a:r>
          </a:p>
          <a:p>
            <a:pPr>
              <a:spcBef>
                <a:spcPts val="1400"/>
              </a:spcBef>
              <a:defRPr sz="1800" b="1">
                <a:solidFill>
                  <a:srgbClr val="C084FC"/>
                </a:solidFill>
              </a:defRPr>
            </a:pPr>
            <a:r>
              <a:t>2. Deepfake Detection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Scans video frames to catch AI face-swaps.</a:t>
            </a:r>
          </a:p>
          <a:p>
            <a:pPr>
              <a:spcBef>
                <a:spcPts val="1400"/>
              </a:spcBef>
              <a:defRPr sz="1800" b="1">
                <a:solidFill>
                  <a:srgbClr val="34D399"/>
                </a:solidFill>
              </a:defRPr>
            </a:pPr>
            <a:r>
              <a:t>3. News Bias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Spots political spin and emotional wording.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914400"/>
            <a:ext cx="85340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eriJournalAI Log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870" y="1280160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2926080"/>
            <a:ext cx="7619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F172A"/>
                </a:solidFill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2200">
                <a:solidFill>
                  <a:srgbClr val="2563EB"/>
                </a:solidFill>
              </a:defRPr>
            </a:pPr>
            <a:r>
              <a:t>Reclaiming Truth with VeriJournal AI</a:t>
            </a:r>
          </a:p>
          <a:p>
            <a:pPr algn="ctr">
              <a:spcBef>
                <a:spcPts val="1600"/>
              </a:spcBef>
              <a:defRPr sz="2200" b="1">
                <a:solidFill>
                  <a:srgbClr val="0D9488"/>
                </a:solidFill>
              </a:defRPr>
            </a:pPr>
            <a:r>
              <a:t>Author: Esha Khare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